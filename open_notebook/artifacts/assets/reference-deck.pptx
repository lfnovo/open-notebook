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pen Notebook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F766E"/>
      </a:accent2>
      <a:accent3>
        <a:srgbClr val="7C3AED"/>
      </a:accent3>
      <a:accent4>
        <a:srgbClr val="DB2777"/>
      </a:accent4>
      <a:accent5>
        <a:srgbClr val="EA580C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